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733C7-7E43-329D-5093-12456B575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42CDC-CDD3-E1F4-054F-5E50B7F44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9D566-4389-404B-D672-958E5DE1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C9A72-CE22-FDA5-6146-0BFC25B0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0231-116C-016A-571A-6A279728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6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DF02-D0A9-3F6B-1838-6521C532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CADF-F8E3-E20E-D6CD-13AB3EEA4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3F187-0CBC-F61E-7377-2AB25A56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36793-5619-BCEE-D6AF-819A721A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756C-AB4A-B276-A4B9-E4D5A000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9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EE44-0F3F-1045-6BC2-79A09F83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855E0-1184-6111-85B8-2B53906A2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5DF85-9562-73AA-0234-D5EB050B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AAC14-D9CC-E27C-44F5-8DAE2C9E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ED89A-C830-8C26-AFFE-81A3AA2C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3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B378-A18D-EA20-A96F-A2417877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A6ADC-F805-11E3-0129-29350D9EE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CEC1C-FE87-18FF-6117-9AAD6C567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5CF40-9D23-CED6-1B9D-C78C77EA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76716-6D8D-7C1C-7B07-D9893724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8F9A1-0556-4B21-BA5D-6CE8221F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2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33BA-00DE-905C-8FDB-93F60FBA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358ED-F8B1-34F1-FC20-ABD623004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F2D15-D258-52B4-14D5-B7D44BA9A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96257-35F2-3D90-766A-3F3B5131F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B2898-F985-3228-1BF0-C48BC02A4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B3A81C-3B22-1473-E2C5-93705AFF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3A182-618E-CB3C-B404-4270286D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744E0-1901-8FDC-CEB7-3A401D15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1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60E1-D006-990F-25A4-70D3EC49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75C51-8B71-FC3B-793C-E8F416E5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7998B-70F8-1C9C-79AE-6C5B7BF1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BB255-8BB6-F96A-7012-C492A255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01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87539-A97D-EF00-7FD1-1F2B33C0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3DB02-4A6F-8FFC-0E9C-F75AA594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DBD1A-EDCB-A76C-895A-31CA0077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5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6DD8-D7FB-856B-7E22-23684FC2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CEBD-6CE8-6BB5-B467-4B28FB10B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18E72-E4AF-23E6-D50E-AC11D1483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EB3E9-3315-E6C8-D194-4BCD00BD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708D5-4E4F-5E8C-30DE-693C08DD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F739A-26FF-A58D-EE86-DA086A4D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1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2A07-A11B-6571-8AC2-1B25FDC2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60340-372C-36AF-B702-87D2EE3F4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A7D78-357A-5EE2-B5D1-41EA31ED8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A3B75-B122-A7CE-8B43-5BB2358B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DC918-774D-7920-9106-730FC2AB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0B27A-6F30-AAD6-CCBC-F0AC6386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3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505B-555B-2765-F9F8-8AB2ED93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2010D-0631-012B-E747-3811A8876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7776B-565D-C792-2AF0-0B8ECDD8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53FF7-6CB3-B868-061E-27266A7F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7DC1E-23C5-66E2-6B40-2CC1156D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4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08AAE3-D31E-086F-22C7-B0FD129EB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9090E-62A1-9E24-40A4-AA329EF0A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21013-EFD7-9133-216A-F11273DF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B52D-5231-D54C-832B-0E17908A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D6882-E78C-744C-2F5C-7B7C408A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EC0C3-AF68-9D65-AA7C-DAB4631A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95E64-1380-0D68-79E4-C523E5C22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46C5D-E110-BEA7-81DA-21D8C1BE9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6EE28-B5C5-4EDE-884F-594845DA46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EA882-DFCA-A178-18D3-31716B2E5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9A695-C1FA-6456-8EF3-7221113CD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0C143-6FD2-443E-9D5E-2F1BBAF0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7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77B9F-2B3C-9520-D835-1B50ABA99C67}"/>
              </a:ext>
            </a:extLst>
          </p:cNvPr>
          <p:cNvGrpSpPr/>
          <p:nvPr/>
        </p:nvGrpSpPr>
        <p:grpSpPr>
          <a:xfrm>
            <a:off x="-1278570" y="109284"/>
            <a:ext cx="14113808" cy="6408599"/>
            <a:chOff x="-1278570" y="109284"/>
            <a:chExt cx="14113808" cy="64085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5E60F2-40B5-4E86-9574-EE9C260A6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78570" y="114260"/>
              <a:ext cx="5952381" cy="62761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0593DE8-7C19-1A0A-6C94-FFF51C9F7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5166" y="241694"/>
              <a:ext cx="7740072" cy="627618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381A98-CFB8-218D-4356-0CD550B9AE06}"/>
                </a:ext>
              </a:extLst>
            </p:cNvPr>
            <p:cNvSpPr txBox="1"/>
            <p:nvPr/>
          </p:nvSpPr>
          <p:spPr>
            <a:xfrm>
              <a:off x="-1278570" y="114260"/>
              <a:ext cx="651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8AB8D9-8482-AE35-C196-CF515E6F252A}"/>
                </a:ext>
              </a:extLst>
            </p:cNvPr>
            <p:cNvSpPr txBox="1"/>
            <p:nvPr/>
          </p:nvSpPr>
          <p:spPr>
            <a:xfrm>
              <a:off x="4673811" y="109284"/>
              <a:ext cx="651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9906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Kelley</dc:creator>
  <cp:lastModifiedBy>Sean Kelley</cp:lastModifiedBy>
  <cp:revision>1</cp:revision>
  <dcterms:created xsi:type="dcterms:W3CDTF">2026-04-23T12:58:51Z</dcterms:created>
  <dcterms:modified xsi:type="dcterms:W3CDTF">2026-04-24T15:10:06Z</dcterms:modified>
</cp:coreProperties>
</file>